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DC793-0EE2-4C6D-A886-AC8C20112A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B3131B-6CC1-4E47-A40B-D675BA7DA9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CA218-00C3-4152-97E7-4E89C57F2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2E6AD-BEE1-4ECD-90A7-1FC5427B9A08}" type="datetimeFigureOut">
              <a:rPr lang="en-US" smtClean="0"/>
              <a:t>3/1/2022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92AAC-A716-408C-86BD-7634F1108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ED3B5-B476-48BF-B063-D79D43C98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72D7B-C2CD-4049-9D1D-4FBE6683D6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062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B137B-99CD-485E-9E69-CB1F2E978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16916-C46F-4089-B9F3-4F993FCDF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11834-13A8-4BEC-A99E-D5EFED345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2E6AD-BEE1-4ECD-90A7-1FC5427B9A08}" type="datetimeFigureOut">
              <a:rPr lang="en-US" smtClean="0"/>
              <a:t>3/1/2022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A8EEB-D38C-470F-8B13-8AB65C57F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4D277-0B64-4636-BCC8-E3D5A348A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72D7B-C2CD-4049-9D1D-4FBE6683D6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154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56CD9-2F4D-441F-85F4-7687B0F1C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207C52-F35A-4BE1-A5AF-EC035277BC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17D865-3AB6-4435-974F-774C6B10A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2E6AD-BEE1-4ECD-90A7-1FC5427B9A08}" type="datetimeFigureOut">
              <a:rPr lang="en-US" smtClean="0"/>
              <a:t>3/1/2022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E41F6-0C6F-4DDD-A48E-6F1D70B45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4AFC7-15B2-4D41-ABA8-1FC44F918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72D7B-C2CD-4049-9D1D-4FBE6683D6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847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A5960-E341-4530-AC3E-4F290AEDF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4F596-ECA9-4A54-B78B-9A8108F99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1E7005-CE17-4C56-B18F-5BE5AC209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FCAED0-29FE-42E8-9D4F-A92DAD8B1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2E6AD-BEE1-4ECD-90A7-1FC5427B9A08}" type="datetimeFigureOut">
              <a:rPr lang="en-US" smtClean="0"/>
              <a:t>3/1/2022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4A8CE4-1DDB-4B1B-9C7D-E96EF1438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1BC221-F5D7-4CBC-BC6F-319CC3A57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72D7B-C2CD-4049-9D1D-4FBE6683D6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697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A1DD6-2522-485C-A734-53B20E4F4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47EE85-E1CC-4843-BB36-0ECDBE040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7CE4E-AA01-4888-8A29-50A155D51C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BD1598-5B66-4858-B663-4EA1413157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8A7A13-A45E-49A6-9BE6-6BBCEBD1D8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4629A7-CF5C-47F3-A57E-0E0EB34B0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2E6AD-BEE1-4ECD-90A7-1FC5427B9A08}" type="datetimeFigureOut">
              <a:rPr lang="en-US" smtClean="0"/>
              <a:t>3/1/2022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546F18-8F70-454C-818F-E0459033A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F7867E-CEA6-4AE0-A8B1-5755071B8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72D7B-C2CD-4049-9D1D-4FBE6683D6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029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96F35-59D6-4B16-8B54-69FA8F58A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7F8C94-A5E4-4D52-8FF5-E780DEC9F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2E6AD-BEE1-4ECD-90A7-1FC5427B9A08}" type="datetimeFigureOut">
              <a:rPr lang="en-US" smtClean="0"/>
              <a:t>3/1/2022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3761C8-F975-4FF7-8414-E144921A0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A7C0EC-0D88-4074-BE7B-3B03C522A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72D7B-C2CD-4049-9D1D-4FBE6683D6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25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82A02B-491C-45CF-B6DF-3CB283920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2E6AD-BEE1-4ECD-90A7-1FC5427B9A08}" type="datetimeFigureOut">
              <a:rPr lang="en-US" smtClean="0"/>
              <a:t>3/1/2022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9CB93B-0BB5-4398-AE46-86BB7988A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B67FD1-0A75-41B1-B0A7-F1BC09AF9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72D7B-C2CD-4049-9D1D-4FBE6683D6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920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F6C6D-20EE-4DD2-9A38-272FA139B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11796-85AE-43A1-AC39-1F306EC76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0070E1-E026-406B-9D45-442156CC45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3A139C-70B4-4467-8EC1-D27B7B0B6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2E6AD-BEE1-4ECD-90A7-1FC5427B9A08}" type="datetimeFigureOut">
              <a:rPr lang="en-US" smtClean="0"/>
              <a:t>3/1/2022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B31CC2-4067-4A01-8A01-CF3C36E38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9FE612-C30F-4D3A-A424-3FCF3C236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72D7B-C2CD-4049-9D1D-4FBE6683D6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811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AB73F-BEAB-4857-B2A4-41C061F25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57E4DA-8A9E-4A1D-BE6A-41FD64A50A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0D8EC1-0EBD-4332-A448-0118066402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EBC8DB-88C1-4508-BFA5-B523FD826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2E6AD-BEE1-4ECD-90A7-1FC5427B9A08}" type="datetimeFigureOut">
              <a:rPr lang="en-US" smtClean="0"/>
              <a:t>3/1/2022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4D863D-2439-4542-869A-5F652F3CC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E39697-3D4F-4714-915E-3449F12F2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72D7B-C2CD-4049-9D1D-4FBE6683D6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074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80D90-26CC-4C6C-9D75-67DBF53C7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EDC427-50E2-4F8F-9FA5-C208A54CAF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CD2EA-98CC-4217-8C79-2461C324A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2E6AD-BEE1-4ECD-90A7-1FC5427B9A08}" type="datetimeFigureOut">
              <a:rPr lang="en-US" smtClean="0"/>
              <a:t>3/1/2022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D2CA2-103F-4B8B-AFB2-6154B60ED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DEB0D-C77A-4A34-AEFD-EC944CA0C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72D7B-C2CD-4049-9D1D-4FBE6683D6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641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2D0A0C-0383-4FB1-B1C5-A96BBE84D9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566EC5-76EE-42A0-B5B6-8F7AFC10F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39803-BF4E-4AC7-B9F3-7690ABD51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2E6AD-BEE1-4ECD-90A7-1FC5427B9A08}" type="datetimeFigureOut">
              <a:rPr lang="en-US" smtClean="0"/>
              <a:t>3/1/2022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DA6FA-EAE7-4C89-A8D7-454790F0D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3EC9C-972B-4ABE-A1ED-04E8DB636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72D7B-C2CD-4049-9D1D-4FBE6683D6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819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>
            <a:alpha val="4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A0264C-3A68-41A3-AEA1-46A76B9D8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8D81C6-9FE3-4573-BFE9-D3FC4A7CE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270F97-D507-426D-992F-421CC4B5DF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72E6AD-BEE1-4ECD-90A7-1FC5427B9A08}" type="datetimeFigureOut">
              <a:rPr lang="en-US" smtClean="0"/>
              <a:t>3/1/2022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62F5A-D5D1-4CB8-8304-44AA3E5498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F52C2-6F58-44E1-8B1B-31D8523442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A72D7B-C2CD-4049-9D1D-4FBE6683D6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711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Presentation%20List%20of%20Equipment%20with%20Cost%20.xlsx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Maintenance,%20Replacement,%20Inventory,%20and%20Consumables.xlsx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2C1E5-5860-42B2-9ACF-DCE874452D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Kevin’s Facility Plan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055C98-C8AE-4553-88A4-6F3682323C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My Woodworking Dream Lab</a:t>
            </a:r>
          </a:p>
        </p:txBody>
      </p:sp>
    </p:spTree>
    <p:extLst>
      <p:ext uri="{BB962C8B-B14F-4D97-AF65-F5344CB8AC3E}">
        <p14:creationId xmlns:p14="http://schemas.microsoft.com/office/powerpoint/2010/main" val="1939797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2C1E5-5860-42B2-9ACF-DCE874452D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918" y="1919605"/>
            <a:ext cx="718457" cy="5609287"/>
          </a:xfrm>
        </p:spPr>
        <p:txBody>
          <a:bodyPr>
            <a:noAutofit/>
          </a:bodyPr>
          <a:lstStyle/>
          <a:p>
            <a:r>
              <a:rPr lang="en-US" sz="4800" dirty="0">
                <a:latin typeface="Georgia" panose="02040502050405020303" pitchFamily="18" charset="0"/>
              </a:rPr>
              <a:t>F</a:t>
            </a:r>
            <a:br>
              <a:rPr lang="en-US" sz="4800" dirty="0">
                <a:latin typeface="Georgia" panose="02040502050405020303" pitchFamily="18" charset="0"/>
              </a:rPr>
            </a:br>
            <a:r>
              <a:rPr lang="en-US" sz="4800" dirty="0">
                <a:latin typeface="Georgia" panose="02040502050405020303" pitchFamily="18" charset="0"/>
              </a:rPr>
              <a:t>l</a:t>
            </a:r>
            <a:br>
              <a:rPr lang="en-US" sz="4800" dirty="0">
                <a:latin typeface="Georgia" panose="02040502050405020303" pitchFamily="18" charset="0"/>
              </a:rPr>
            </a:br>
            <a:r>
              <a:rPr lang="en-US" sz="4800" dirty="0">
                <a:latin typeface="Georgia" panose="02040502050405020303" pitchFamily="18" charset="0"/>
              </a:rPr>
              <a:t>o</a:t>
            </a:r>
            <a:br>
              <a:rPr lang="en-US" sz="4800" dirty="0">
                <a:latin typeface="Georgia" panose="02040502050405020303" pitchFamily="18" charset="0"/>
              </a:rPr>
            </a:br>
            <a:r>
              <a:rPr lang="en-US" sz="4800" dirty="0" err="1">
                <a:latin typeface="Georgia" panose="02040502050405020303" pitchFamily="18" charset="0"/>
              </a:rPr>
              <a:t>o</a:t>
            </a:r>
            <a:br>
              <a:rPr lang="en-US" sz="4800" dirty="0">
                <a:latin typeface="Georgia" panose="02040502050405020303" pitchFamily="18" charset="0"/>
              </a:rPr>
            </a:br>
            <a:r>
              <a:rPr lang="en-US" sz="4800" dirty="0">
                <a:latin typeface="Georgia" panose="02040502050405020303" pitchFamily="18" charset="0"/>
              </a:rPr>
              <a:t>r</a:t>
            </a:r>
            <a:br>
              <a:rPr lang="en-US" sz="4800" dirty="0">
                <a:latin typeface="Georgia" panose="02040502050405020303" pitchFamily="18" charset="0"/>
              </a:rPr>
            </a:br>
            <a:br>
              <a:rPr lang="en-US" sz="4800" dirty="0">
                <a:latin typeface="Georgia" panose="02040502050405020303" pitchFamily="18" charset="0"/>
              </a:rPr>
            </a:br>
            <a:r>
              <a:rPr lang="en-US" sz="4800" dirty="0">
                <a:latin typeface="Georgia" panose="02040502050405020303" pitchFamily="18" charset="0"/>
              </a:rPr>
              <a:t> P</a:t>
            </a:r>
            <a:br>
              <a:rPr lang="en-US" sz="4800" dirty="0">
                <a:latin typeface="Georgia" panose="02040502050405020303" pitchFamily="18" charset="0"/>
              </a:rPr>
            </a:br>
            <a:r>
              <a:rPr lang="en-US" sz="4800" dirty="0">
                <a:latin typeface="Georgia" panose="02040502050405020303" pitchFamily="18" charset="0"/>
              </a:rPr>
              <a:t>l</a:t>
            </a:r>
            <a:br>
              <a:rPr lang="en-US" sz="4800" dirty="0">
                <a:latin typeface="Georgia" panose="02040502050405020303" pitchFamily="18" charset="0"/>
              </a:rPr>
            </a:br>
            <a:r>
              <a:rPr lang="en-US" sz="4800" dirty="0">
                <a:latin typeface="Georgia" panose="02040502050405020303" pitchFamily="18" charset="0"/>
              </a:rPr>
              <a:t>a</a:t>
            </a:r>
            <a:br>
              <a:rPr lang="en-US" sz="4800" dirty="0">
                <a:latin typeface="Georgia" panose="02040502050405020303" pitchFamily="18" charset="0"/>
              </a:rPr>
            </a:br>
            <a:r>
              <a:rPr lang="en-US" sz="4800" dirty="0">
                <a:latin typeface="Georgia" panose="02040502050405020303" pitchFamily="18" charset="0"/>
              </a:rPr>
              <a:t>n</a:t>
            </a:r>
            <a:br>
              <a:rPr lang="en-US" sz="4800" dirty="0">
                <a:latin typeface="Georgia" panose="02040502050405020303" pitchFamily="18" charset="0"/>
              </a:rPr>
            </a:br>
            <a:endParaRPr lang="en-US" sz="4800" dirty="0">
              <a:latin typeface="Georgia" panose="02040502050405020303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CF51FF-D746-472B-B2F3-0ABA4CDE13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116" y="47413"/>
            <a:ext cx="8780108" cy="67631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7CAD3D-F212-45CE-9684-6409F47715B6}"/>
              </a:ext>
            </a:extLst>
          </p:cNvPr>
          <p:cNvSpPr txBox="1"/>
          <p:nvPr/>
        </p:nvSpPr>
        <p:spPr>
          <a:xfrm>
            <a:off x="9792070" y="106532"/>
            <a:ext cx="2192784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My floor plan shows a layout of the rooms as I would have them in a perfect world.</a:t>
            </a:r>
          </a:p>
          <a:p>
            <a:endParaRPr lang="en-US" dirty="0">
              <a:latin typeface="Georgia" panose="02040502050405020303" pitchFamily="18" charset="0"/>
            </a:endParaRPr>
          </a:p>
          <a:p>
            <a:r>
              <a:rPr lang="en-US" dirty="0">
                <a:latin typeface="Georgia" panose="02040502050405020303" pitchFamily="18" charset="0"/>
              </a:rPr>
              <a:t>I have added lots of storage</a:t>
            </a:r>
          </a:p>
          <a:p>
            <a:endParaRPr lang="en-US" dirty="0">
              <a:latin typeface="Georgia" panose="02040502050405020303" pitchFamily="18" charset="0"/>
            </a:endParaRPr>
          </a:p>
          <a:p>
            <a:r>
              <a:rPr lang="en-US" dirty="0">
                <a:latin typeface="Georgia" panose="02040502050405020303" pitchFamily="18" charset="0"/>
              </a:rPr>
              <a:t>I have isolated some of the activities to make it cleaner and more safe</a:t>
            </a:r>
          </a:p>
          <a:p>
            <a:endParaRPr lang="en-US" dirty="0">
              <a:latin typeface="Georgia" panose="02040502050405020303" pitchFamily="18" charset="0"/>
            </a:endParaRPr>
          </a:p>
          <a:p>
            <a:r>
              <a:rPr lang="en-US" dirty="0">
                <a:latin typeface="Georgia" panose="02040502050405020303" pitchFamily="18" charset="0"/>
              </a:rPr>
              <a:t>I have used windows in the classroom and assembly labs to allow better supervision</a:t>
            </a:r>
          </a:p>
        </p:txBody>
      </p:sp>
    </p:spTree>
    <p:extLst>
      <p:ext uri="{BB962C8B-B14F-4D97-AF65-F5344CB8AC3E}">
        <p14:creationId xmlns:p14="http://schemas.microsoft.com/office/powerpoint/2010/main" val="1392222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2C1E5-5860-42B2-9ACF-DCE874452D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1052" y="1901850"/>
            <a:ext cx="718457" cy="5609287"/>
          </a:xfrm>
        </p:spPr>
        <p:txBody>
          <a:bodyPr>
            <a:noAutofit/>
          </a:bodyPr>
          <a:lstStyle/>
          <a:p>
            <a:r>
              <a:rPr lang="en-US" sz="4800" dirty="0">
                <a:latin typeface="Georgia" panose="02040502050405020303" pitchFamily="18" charset="0"/>
              </a:rPr>
              <a:t>F</a:t>
            </a:r>
            <a:br>
              <a:rPr lang="en-US" sz="4800" dirty="0">
                <a:latin typeface="Georgia" panose="02040502050405020303" pitchFamily="18" charset="0"/>
              </a:rPr>
            </a:br>
            <a:r>
              <a:rPr lang="en-US" sz="4800" dirty="0">
                <a:latin typeface="Georgia" panose="02040502050405020303" pitchFamily="18" charset="0"/>
              </a:rPr>
              <a:t>l</a:t>
            </a:r>
            <a:br>
              <a:rPr lang="en-US" sz="4800" dirty="0">
                <a:latin typeface="Georgia" panose="02040502050405020303" pitchFamily="18" charset="0"/>
              </a:rPr>
            </a:br>
            <a:r>
              <a:rPr lang="en-US" sz="4800" dirty="0">
                <a:latin typeface="Georgia" panose="02040502050405020303" pitchFamily="18" charset="0"/>
              </a:rPr>
              <a:t>o</a:t>
            </a:r>
            <a:br>
              <a:rPr lang="en-US" sz="4800" dirty="0">
                <a:latin typeface="Georgia" panose="02040502050405020303" pitchFamily="18" charset="0"/>
              </a:rPr>
            </a:br>
            <a:r>
              <a:rPr lang="en-US" sz="4800" dirty="0" err="1">
                <a:latin typeface="Georgia" panose="02040502050405020303" pitchFamily="18" charset="0"/>
              </a:rPr>
              <a:t>o</a:t>
            </a:r>
            <a:br>
              <a:rPr lang="en-US" sz="4800" dirty="0">
                <a:latin typeface="Georgia" panose="02040502050405020303" pitchFamily="18" charset="0"/>
              </a:rPr>
            </a:br>
            <a:r>
              <a:rPr lang="en-US" sz="4800" dirty="0">
                <a:latin typeface="Georgia" panose="02040502050405020303" pitchFamily="18" charset="0"/>
              </a:rPr>
              <a:t>r</a:t>
            </a:r>
            <a:br>
              <a:rPr lang="en-US" sz="4800" dirty="0">
                <a:latin typeface="Georgia" panose="02040502050405020303" pitchFamily="18" charset="0"/>
              </a:rPr>
            </a:br>
            <a:br>
              <a:rPr lang="en-US" sz="4800" dirty="0">
                <a:latin typeface="Georgia" panose="02040502050405020303" pitchFamily="18" charset="0"/>
              </a:rPr>
            </a:br>
            <a:r>
              <a:rPr lang="en-US" sz="4800" dirty="0">
                <a:latin typeface="Georgia" panose="02040502050405020303" pitchFamily="18" charset="0"/>
              </a:rPr>
              <a:t> P</a:t>
            </a:r>
            <a:br>
              <a:rPr lang="en-US" sz="4800" dirty="0">
                <a:latin typeface="Georgia" panose="02040502050405020303" pitchFamily="18" charset="0"/>
              </a:rPr>
            </a:br>
            <a:r>
              <a:rPr lang="en-US" sz="4800" dirty="0">
                <a:latin typeface="Georgia" panose="02040502050405020303" pitchFamily="18" charset="0"/>
              </a:rPr>
              <a:t>l</a:t>
            </a:r>
            <a:br>
              <a:rPr lang="en-US" sz="4800" dirty="0">
                <a:latin typeface="Georgia" panose="02040502050405020303" pitchFamily="18" charset="0"/>
              </a:rPr>
            </a:br>
            <a:r>
              <a:rPr lang="en-US" sz="4800" dirty="0">
                <a:latin typeface="Georgia" panose="02040502050405020303" pitchFamily="18" charset="0"/>
              </a:rPr>
              <a:t>a</a:t>
            </a:r>
            <a:br>
              <a:rPr lang="en-US" sz="4800" dirty="0">
                <a:latin typeface="Georgia" panose="02040502050405020303" pitchFamily="18" charset="0"/>
              </a:rPr>
            </a:br>
            <a:r>
              <a:rPr lang="en-US" sz="4800" dirty="0">
                <a:latin typeface="Georgia" panose="02040502050405020303" pitchFamily="18" charset="0"/>
              </a:rPr>
              <a:t>n</a:t>
            </a:r>
            <a:br>
              <a:rPr lang="en-US" sz="4800" dirty="0">
                <a:latin typeface="Georgia" panose="02040502050405020303" pitchFamily="18" charset="0"/>
              </a:rPr>
            </a:br>
            <a:endParaRPr lang="en-US" sz="4800" dirty="0">
              <a:latin typeface="Georgia" panose="02040502050405020303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BF8D95-E302-45A5-B902-9FA86518B6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789" y="125328"/>
            <a:ext cx="9189616" cy="51691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1681B12-10FF-456E-AC81-EA4C6DE43801}"/>
              </a:ext>
            </a:extLst>
          </p:cNvPr>
          <p:cNvSpPr txBox="1"/>
          <p:nvPr/>
        </p:nvSpPr>
        <p:spPr>
          <a:xfrm>
            <a:off x="2636668" y="5610687"/>
            <a:ext cx="90552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This layer of the drawing shows the electrical components, including outlets and lighting. </a:t>
            </a:r>
          </a:p>
          <a:p>
            <a:r>
              <a:rPr lang="en-US" dirty="0">
                <a:latin typeface="Georgia" panose="02040502050405020303" pitchFamily="18" charset="0"/>
              </a:rPr>
              <a:t>I wanted to have plenty of outlets and the electrical in the spray room is explosion proof, which costs more. </a:t>
            </a:r>
          </a:p>
        </p:txBody>
      </p:sp>
    </p:spTree>
    <p:extLst>
      <p:ext uri="{BB962C8B-B14F-4D97-AF65-F5344CB8AC3E}">
        <p14:creationId xmlns:p14="http://schemas.microsoft.com/office/powerpoint/2010/main" val="2012320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2C1E5-5860-42B2-9ACF-DCE874452D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1052" y="1901850"/>
            <a:ext cx="718457" cy="5609287"/>
          </a:xfrm>
        </p:spPr>
        <p:txBody>
          <a:bodyPr>
            <a:noAutofit/>
          </a:bodyPr>
          <a:lstStyle/>
          <a:p>
            <a:r>
              <a:rPr lang="en-US" sz="4800" dirty="0">
                <a:latin typeface="Georgia" panose="02040502050405020303" pitchFamily="18" charset="0"/>
              </a:rPr>
              <a:t>F</a:t>
            </a:r>
            <a:br>
              <a:rPr lang="en-US" sz="4800" dirty="0">
                <a:latin typeface="Georgia" panose="02040502050405020303" pitchFamily="18" charset="0"/>
              </a:rPr>
            </a:br>
            <a:r>
              <a:rPr lang="en-US" sz="4800" dirty="0">
                <a:latin typeface="Georgia" panose="02040502050405020303" pitchFamily="18" charset="0"/>
              </a:rPr>
              <a:t>l</a:t>
            </a:r>
            <a:br>
              <a:rPr lang="en-US" sz="4800" dirty="0">
                <a:latin typeface="Georgia" panose="02040502050405020303" pitchFamily="18" charset="0"/>
              </a:rPr>
            </a:br>
            <a:r>
              <a:rPr lang="en-US" sz="4800" dirty="0">
                <a:latin typeface="Georgia" panose="02040502050405020303" pitchFamily="18" charset="0"/>
              </a:rPr>
              <a:t>o</a:t>
            </a:r>
            <a:br>
              <a:rPr lang="en-US" sz="4800" dirty="0">
                <a:latin typeface="Georgia" panose="02040502050405020303" pitchFamily="18" charset="0"/>
              </a:rPr>
            </a:br>
            <a:r>
              <a:rPr lang="en-US" sz="4800" dirty="0" err="1">
                <a:latin typeface="Georgia" panose="02040502050405020303" pitchFamily="18" charset="0"/>
              </a:rPr>
              <a:t>o</a:t>
            </a:r>
            <a:br>
              <a:rPr lang="en-US" sz="4800" dirty="0">
                <a:latin typeface="Georgia" panose="02040502050405020303" pitchFamily="18" charset="0"/>
              </a:rPr>
            </a:br>
            <a:r>
              <a:rPr lang="en-US" sz="4800" dirty="0">
                <a:latin typeface="Georgia" panose="02040502050405020303" pitchFamily="18" charset="0"/>
              </a:rPr>
              <a:t>r</a:t>
            </a:r>
            <a:br>
              <a:rPr lang="en-US" sz="4800" dirty="0">
                <a:latin typeface="Georgia" panose="02040502050405020303" pitchFamily="18" charset="0"/>
              </a:rPr>
            </a:br>
            <a:br>
              <a:rPr lang="en-US" sz="4800" dirty="0">
                <a:latin typeface="Georgia" panose="02040502050405020303" pitchFamily="18" charset="0"/>
              </a:rPr>
            </a:br>
            <a:r>
              <a:rPr lang="en-US" sz="4800" dirty="0">
                <a:latin typeface="Georgia" panose="02040502050405020303" pitchFamily="18" charset="0"/>
              </a:rPr>
              <a:t> P</a:t>
            </a:r>
            <a:br>
              <a:rPr lang="en-US" sz="4800" dirty="0">
                <a:latin typeface="Georgia" panose="02040502050405020303" pitchFamily="18" charset="0"/>
              </a:rPr>
            </a:br>
            <a:r>
              <a:rPr lang="en-US" sz="4800" dirty="0">
                <a:latin typeface="Georgia" panose="02040502050405020303" pitchFamily="18" charset="0"/>
              </a:rPr>
              <a:t>l</a:t>
            </a:r>
            <a:br>
              <a:rPr lang="en-US" sz="4800" dirty="0">
                <a:latin typeface="Georgia" panose="02040502050405020303" pitchFamily="18" charset="0"/>
              </a:rPr>
            </a:br>
            <a:r>
              <a:rPr lang="en-US" sz="4800" dirty="0">
                <a:latin typeface="Georgia" panose="02040502050405020303" pitchFamily="18" charset="0"/>
              </a:rPr>
              <a:t>a</a:t>
            </a:r>
            <a:br>
              <a:rPr lang="en-US" sz="4800" dirty="0">
                <a:latin typeface="Georgia" panose="02040502050405020303" pitchFamily="18" charset="0"/>
              </a:rPr>
            </a:br>
            <a:r>
              <a:rPr lang="en-US" sz="4800" dirty="0">
                <a:latin typeface="Georgia" panose="02040502050405020303" pitchFamily="18" charset="0"/>
              </a:rPr>
              <a:t>n</a:t>
            </a:r>
            <a:br>
              <a:rPr lang="en-US" sz="4800" dirty="0">
                <a:latin typeface="Georgia" panose="02040502050405020303" pitchFamily="18" charset="0"/>
              </a:rPr>
            </a:br>
            <a:endParaRPr lang="en-US" sz="4800" dirty="0">
              <a:latin typeface="Georgia" panose="020405020504050203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EA769F-CE21-4CEF-88E4-BB0CFCBD3C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61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2C1E5-5860-42B2-9ACF-DCE874452D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8632"/>
            <a:ext cx="9144000" cy="986356"/>
          </a:xfrm>
        </p:spPr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Kevin’s Facility Plan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055C98-C8AE-4553-88A4-6F3682323C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111973"/>
            <a:ext cx="9144000" cy="456778"/>
          </a:xfrm>
        </p:spPr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List of Essential Needs</a:t>
            </a:r>
          </a:p>
        </p:txBody>
      </p:sp>
      <p:pic>
        <p:nvPicPr>
          <p:cNvPr id="4" name="Picture 3">
            <a:hlinkClick r:id="rId2" action="ppaction://hlinkfile"/>
            <a:extLst>
              <a:ext uri="{FF2B5EF4-FFF2-40B4-BE49-F238E27FC236}">
                <a16:creationId xmlns:a16="http://schemas.microsoft.com/office/drawing/2014/main" id="{AC9794CA-78EB-45F3-B0F6-09BD30B74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106" y="1180193"/>
            <a:ext cx="5781675" cy="48672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34AA3F-9588-4EDD-B6DA-C53B7EA1F37C}"/>
              </a:ext>
            </a:extLst>
          </p:cNvPr>
          <p:cNvSpPr txBox="1"/>
          <p:nvPr/>
        </p:nvSpPr>
        <p:spPr>
          <a:xfrm>
            <a:off x="6764784" y="1180193"/>
            <a:ext cx="456312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The Items on this list are essential to the function of the classroom and laboratory areas.  </a:t>
            </a:r>
          </a:p>
          <a:p>
            <a:endParaRPr lang="en-US" dirty="0">
              <a:latin typeface="Georgia" panose="02040502050405020303" pitchFamily="18" charset="0"/>
            </a:endParaRPr>
          </a:p>
          <a:p>
            <a:r>
              <a:rPr lang="en-US" dirty="0">
                <a:latin typeface="Georgia" panose="02040502050405020303" pitchFamily="18" charset="0"/>
              </a:rPr>
              <a:t>Focus should be on items you seem to run short of (like the clamps) or new tools for new projects or activities.</a:t>
            </a:r>
          </a:p>
          <a:p>
            <a:endParaRPr lang="en-US" dirty="0">
              <a:latin typeface="Georgia" panose="02040502050405020303" pitchFamily="18" charset="0"/>
            </a:endParaRPr>
          </a:p>
          <a:p>
            <a:r>
              <a:rPr lang="en-US" dirty="0">
                <a:latin typeface="Georgia" panose="02040502050405020303" pitchFamily="18" charset="0"/>
              </a:rPr>
              <a:t>This list is not complete, it is to provide an example.  However, when it is completed it is a great item to share with your Administrator in case they come up with a little extra money in June!!</a:t>
            </a:r>
          </a:p>
        </p:txBody>
      </p:sp>
    </p:spTree>
    <p:extLst>
      <p:ext uri="{BB962C8B-B14F-4D97-AF65-F5344CB8AC3E}">
        <p14:creationId xmlns:p14="http://schemas.microsoft.com/office/powerpoint/2010/main" val="404513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2C1E5-5860-42B2-9ACF-DCE874452D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8632"/>
            <a:ext cx="9144000" cy="986356"/>
          </a:xfrm>
        </p:spPr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Kevin’s Facility Plan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055C98-C8AE-4553-88A4-6F3682323C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961748" y="5577182"/>
            <a:ext cx="9144000" cy="45677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Georgia" panose="02040502050405020303" pitchFamily="18" charset="0"/>
              </a:rPr>
              <a:t>Maintenance, Replacement, Inventory, and Consumables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34AA3F-9588-4EDD-B6DA-C53B7EA1F37C}"/>
              </a:ext>
            </a:extLst>
          </p:cNvPr>
          <p:cNvSpPr txBox="1"/>
          <p:nvPr/>
        </p:nvSpPr>
        <p:spPr>
          <a:xfrm>
            <a:off x="6791417" y="1616104"/>
            <a:ext cx="456312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The Items on this list are essential to the function of the classroom and laboratory areas.  </a:t>
            </a:r>
          </a:p>
          <a:p>
            <a:endParaRPr lang="en-US" dirty="0">
              <a:latin typeface="Georgia" panose="02040502050405020303" pitchFamily="18" charset="0"/>
            </a:endParaRPr>
          </a:p>
          <a:p>
            <a:r>
              <a:rPr lang="en-US" dirty="0">
                <a:latin typeface="Georgia" panose="02040502050405020303" pitchFamily="18" charset="0"/>
              </a:rPr>
              <a:t>In this file, you are doing multiple things.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Documenting Maintenance schedules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Listing when certain items might need replaced.  Many items wear out with student use and sharing when you expect to replace them can be valuable later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Inventory for fire, theft, and insurance purposes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The consumables can include many things that you have to replace on a regular basis</a:t>
            </a:r>
          </a:p>
        </p:txBody>
      </p:sp>
      <p:pic>
        <p:nvPicPr>
          <p:cNvPr id="5" name="Picture 4">
            <a:hlinkClick r:id="rId2" action="ppaction://hlinkfile"/>
            <a:extLst>
              <a:ext uri="{FF2B5EF4-FFF2-40B4-BE49-F238E27FC236}">
                <a16:creationId xmlns:a16="http://schemas.microsoft.com/office/drawing/2014/main" id="{6FDD32A9-31A4-4A96-9D08-E223A3F35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87" y="1711933"/>
            <a:ext cx="5800494" cy="343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179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2C1E5-5860-42B2-9ACF-DCE874452D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8632"/>
            <a:ext cx="9144000" cy="986356"/>
          </a:xfrm>
        </p:spPr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Kevin’s Facility Plan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055C98-C8AE-4553-88A4-6F3682323C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111973"/>
            <a:ext cx="9144000" cy="456778"/>
          </a:xfrm>
        </p:spPr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List of Furniture</a:t>
            </a:r>
          </a:p>
        </p:txBody>
      </p:sp>
    </p:spTree>
    <p:extLst>
      <p:ext uri="{BB962C8B-B14F-4D97-AF65-F5344CB8AC3E}">
        <p14:creationId xmlns:p14="http://schemas.microsoft.com/office/powerpoint/2010/main" val="2097561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4235</TotalTime>
  <Words>346</Words>
  <Application>Microsoft Office PowerPoint</Application>
  <PresentationFormat>Widescreen</PresentationFormat>
  <Paragraphs>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Georgia</vt:lpstr>
      <vt:lpstr>Office Theme</vt:lpstr>
      <vt:lpstr>Kevin’s Facility Plan</vt:lpstr>
      <vt:lpstr>F l o o r   P l a n </vt:lpstr>
      <vt:lpstr>F l o o r   P l a n </vt:lpstr>
      <vt:lpstr>F l o o r   P l a n </vt:lpstr>
      <vt:lpstr>Kevin’s Facility Plan</vt:lpstr>
      <vt:lpstr>Kevin’s Facility Plan</vt:lpstr>
      <vt:lpstr>Kevin’s Facility Plan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Kevin’s Facility Plan</dc:title>
  <dc:creator>Kevin Elliott</dc:creator>
  <cp:lastModifiedBy>Kevin Elliott</cp:lastModifiedBy>
  <cp:revision>8</cp:revision>
  <dcterms:created xsi:type="dcterms:W3CDTF">2022-02-25T15:46:58Z</dcterms:created>
  <dcterms:modified xsi:type="dcterms:W3CDTF">2022-03-01T19:54:48Z</dcterms:modified>
</cp:coreProperties>
</file>